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539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COURSE PROJECT  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Database Management System for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Course Learning Progress Management System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1089" y="3566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Saanvi Eluri – 25WU0101114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R.Bhavya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Sree –25WU0101108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Kushal Karthikeya – 25WU0101055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91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2025–2026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School of Technology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Description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Learning Progress Management System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 must track content, enrolments, progress, quizzes and certificates. Without a structured database, learner progress is unreliable and reporting is manual.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F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course → module → lesson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enrolment and progress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quiz attempts and scores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205740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F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290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517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tables, normalized to 3NF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with PK, FK, CHECK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UI: insert, delete, view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views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05740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F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179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Intended Users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6517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manages data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Instructors: publish courses, view summaries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Learners: enrol, learn, take quizzes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Learning Progress Management System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0" y="1280160"/>
            <a:ext cx="4572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084832" y="118872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23360" y="1280160"/>
            <a:ext cx="4572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096512" y="118872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4572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108192" y="118872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331720"/>
            <a:ext cx="4572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084832" y="224028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331720"/>
            <a:ext cx="4572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096512" y="224028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508760"/>
            <a:ext cx="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090672" y="171450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508760"/>
            <a:ext cx="402336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102352" y="171450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flipV="1">
            <a:off x="5257800" y="1508760"/>
            <a:ext cx="201168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08192" y="171450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69480" y="2560320"/>
            <a:ext cx="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114032" y="276606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560320"/>
            <a:ext cx="201168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096512" y="276606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V="1">
            <a:off x="5257800" y="2560320"/>
            <a:ext cx="201168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108192" y="276606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560320"/>
            <a:ext cx="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090672" y="276606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V="1">
            <a:off x="1234440" y="2560320"/>
            <a:ext cx="201168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2084832" y="276606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57800" y="3611880"/>
            <a:ext cx="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102352" y="381762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V="1">
            <a:off x="5257800" y="3611880"/>
            <a:ext cx="201168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108192" y="3817620"/>
            <a:ext cx="31089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10515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5720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468880" y="10515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246888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80560" y="10515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48056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92240" y="10515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49224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21031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5720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468880" y="21031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246888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480560" y="21031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448056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LessonProgress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492240" y="21031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49224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57200" y="31546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45720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468880" y="31546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246888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480560" y="31546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448056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492240" y="31546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649224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480560" y="42062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448056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transaction entities (learner activity)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= master entities (content and people)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Relationships, Cardinality and Rules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Learning Progress Management System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212080" cy="321868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teaches 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contains Module / Lesson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enrols in 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 via Enrolment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has Lesson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has Question; Attempt has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earns Certificate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receives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0584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12648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60020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enrolment per learner per course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between 0 and 100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attempts limited per quiz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never exceeds max score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only after completion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and 3NF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Learning Progress Management System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2788920"/>
          </a:xfrm>
          <a:prstGeom prst="roundRect">
            <a:avLst>
              <a:gd name="adj" fmla="val 2623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05156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instructor_id PK, name, email, department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learner_id PK, name, email, joined_date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PK, title, level, instructor_id FK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module_id PK, course_id FK, title, seq_no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lesson_id PK, module_id FK, title, duration_min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enrolment_id PK, learner_id FK, course_id FK, status, enrolled_on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lesson_progress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progress_id PK, enrolment_id FK, lesson_id FK, completion_pct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05156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quiz_id PK, course_id FK, title, max_score, max_attempts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question_id PK, quiz_id FK, question_text, correct_option, marks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attempt_id PK, enrolment_id FK, quiz_id FK, attempt_no, score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response_id PK, attempt_id FK, question_id FK, chosen_option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certificate_id PK, enrolment_id FK, issue_date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feedback_id PK, enrolment_id FK, rating, comments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94360" y="395935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9593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values, every table has a primary key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3886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383280" y="395935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9593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 on composite keys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886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72200" y="395935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9593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dependency; instructor data lives only in instructor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and Table Creation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Learning Progress Management System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937760" cy="3749040"/>
          </a:xfrm>
          <a:prstGeom prst="roundRect">
            <a:avLst>
              <a:gd name="adj" fmla="val 195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0515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enrolment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enrolment_id INT AUTO_INCREMENT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learner_id INT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course_id INT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VARCHAR(12) NOT NULL DEFAULT 'Active',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enrolled_on DATETIME DEFAULT CURRENT_TIMESTAMP,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(learner_id, course_id),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(status IN ('Active','Completed','Dropped')),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(learner_id) REFERENCES learner(learner_id),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(course_id) REFERENCES course(course_id)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lesson_progress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progress_id INT AUTO_INCREMENT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enrolment_id INT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lesson_id INT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completion_pct INT NOT NULL DEFAULT 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(enrolment_id, lesson_id),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(completion_pct BETWEEN 0 AND 100),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(enrolment_id) REFERENCES enrolment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(enrolment_id) ON DELETE CASCADE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9601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806440" y="960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FOREIGN KEY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all 13 tables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16002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80644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enrolment per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224028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806440" y="2240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0–100, rating 1–5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288036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80644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/ DEFAULT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dates, progress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0" y="352044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80644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email and course_id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41605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806440" y="4160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5 rows per table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Learning Progress Management System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0" cy="1737360"/>
          </a:xfrm>
          <a:prstGeom prst="roundRect">
            <a:avLst>
              <a:gd name="adj" fmla="val 4211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00584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1 - Join + aggregate: learner progress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207008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l.name AS learner, c.title AS course,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ROUND(AVG(lp.completion_pct),1) AS progress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learner 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enrolment e ON e.learner_id = l.learner_id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course c ON c.course_id = e.course_id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lesson_progress lp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lp.enrolment_id = e.enrolment_id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l.name, c.title;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83464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2 - Aggregate: learners per course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03580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c.title, COUNT(e.enrolment_id) AS learners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course c LEFT JOIN enrolment 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e.course_id = c.course_id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c.title;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94360" y="374904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3 - Nested: learners who scored 5+ out of 10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9502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learner WHERE learner_id IN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learner_id FROM enrolment WHERE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enrolment_id IN (SELECT enrolment_id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attempt WHERE score &gt;= 5));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of Query 1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325880"/>
          <a:ext cx="3474720" cy="2743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 Introduction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Basics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Patel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Object-Oriented Programming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Singh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Basics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Singh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Design Fundamentals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Iyer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 Introduction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Reddy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Basics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Verma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Basics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Verma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Design Fundamentals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21208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 4, Web Design 2, Data Science 2, Java 1, Statistics 0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Anita, Arjun, Karan, Meera, Rahul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Learning Progress Management System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</a:t>
            </a:r>
            <a:endParaRPr lang="en-US" sz="1600" dirty="0"/>
          </a:p>
        </p:txBody>
      </p:sp>
      <p:pic>
        <p:nvPicPr>
          <p:cNvPr id="7" name="Image 0" descr="/home/claude/ui_ins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2468880" cy="16322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Priya Reddy in Web Design: enrolment 9 to 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91440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355848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600" dirty="0"/>
          </a:p>
        </p:txBody>
      </p:sp>
      <p:pic>
        <p:nvPicPr>
          <p:cNvPr id="11" name="Image 1" descr="/home/claude/ui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80160"/>
            <a:ext cx="2468880" cy="16322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55848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progress report from joins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91440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6144768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600" dirty="0"/>
          </a:p>
        </p:txBody>
      </p:sp>
      <p:pic>
        <p:nvPicPr>
          <p:cNvPr id="15" name="Image 2" descr="/home/claude/ui_del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280160"/>
            <a:ext cx="2468880" cy="16322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44768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enrolment: enrolment 10 to 9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34747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F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594360" y="34747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shows the SQL executed and the row counts in the activity panel, and is checked in MySQL.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114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45720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UI (Tkinter)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2697480" y="4114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3611880" y="4114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361188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Connector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852160" y="4114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6766560" y="4114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676656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Validation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Learning Progress Management System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3042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enrolment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by UNIQUE key (error 1062)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set to 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by CHECK constraint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course or learner in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by foreign key (error 1451)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attempts beyond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by app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Insert, view, delete in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Reflected in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2044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36118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normalized, constraint-driven database gives reliable progress tracking and reporting.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portal, video progress, auto-graded quizzes.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1304</Words>
  <Application>Microsoft Office PowerPoint</Application>
  <PresentationFormat>On-screen Show (16:9)</PresentationFormat>
  <Paragraphs>255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Course Learning Progress Management System</dc:title>
  <dc:subject>PptxGenJS Presentation</dc:subject>
  <dc:creator>PptxGenJS</dc:creator>
  <cp:lastModifiedBy>saanvi eluri</cp:lastModifiedBy>
  <cp:revision>2</cp:revision>
  <dcterms:created xsi:type="dcterms:W3CDTF">2026-10-06T05:41:29Z</dcterms:created>
  <dcterms:modified xsi:type="dcterms:W3CDTF">2026-10-06T20:00:13Z</dcterms:modified>
</cp:coreProperties>
</file>